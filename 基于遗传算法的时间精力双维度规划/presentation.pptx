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基于遗传算法的时间精力双维度调度优化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AA"/>
                </a:solidFill>
              </a:defRPr>
            </a:pPr>
            <a:r>
              <a:t>Slot-based Genetic Algorithm for Time-Energy Dual-Dimension Task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91840"/>
            <a:ext cx="3657600" cy="36576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计算智能  课程报告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</a:defRPr>
            </a:pPr>
            <a:r>
              <a:t>陈楚霖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目录 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1.  研究背景与问题定义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2.  模型形式化：任务、精力曲线与约束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3.  时段直接分配架构 (Slot-based Scheduling)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4.  基准数据集设计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5.  对比算法总览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6.  SlotGA：编码、选择、交叉与变异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7.  适应度函数与复合评价指标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8.  基线启发式：EDF / HERF / WSPT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9.  RS 基线：纯随机一次性分配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10. 实验设置与参数配置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11. 实验结果——综合对比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12. 实验结果——分项指标分析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13. 统计分析——配对 t 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14. 算法优劣分析 (1)——EDF 为何最好?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15. 算法优劣分析 (2)——HERF 的 trade-off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16. 算法优劣分析 (3)——SLOT-GA vs SLOT-RS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17. 算法优劣分析 (4)——所有算法对比总结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521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18. 讨论：Gaussian 匹配函数 vs 线性 L1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19. 总结与未来工作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1. 研究背景与问题定义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Research Background &amp;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▎现实痛点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大学生面临多门课程作业、项目、考试复习等混合任务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不同任务类型对认知精力需求差异显著（编程 0.7 vs 行政 0.3）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人体精力存在昼夜节律（上午 10 点高峰、下午 14 点次高峰、晚间低谷）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硬约束：固定课程表占用了大量工作时间窗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▎核心问题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给定 N 个异质任务 + 一个 7 天规划窗口 + 一个日内精力曲线 E(h) + 课程表/午休等硬约束 →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如何为每个任务分配具体开始时间，使得精力匹配度与准时率的综合指标最大化?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▎与传统车间调度的区别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传统 JSP/FSP：最小化 makespan，机器资源约束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本问题：任务可在时间线上任意位置放置（只要不重叠），资源约束来自人体精力而非机器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0" y="118872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▎问题形式化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任务集 T = {t₁, ..., t_N}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每个 tᵢ = (dᵢ, typeᵢ, dlᵢ, pᵢ, e_reqᵢ)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精力曲线 E(h) : [8,20] → [0,1]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双正弦模型: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上午峰 @10:00 → 0.82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下午峰 @16:00 → 0.60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午间谷 @13:00 → 0.35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约束: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C1: 工作时间 [8:00, 20:00]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C2: 午休 [12:00, 14:00] 占 2h/天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C3: 20 门固定课程覆盖周一至周五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C4: 任务不可重叠执行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C5: 每日建议 ≤ 2 个任务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2. 模型形式化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Model Formulation: Tasks, Energy Curves &amp;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▎任务建模 (Task)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class Task: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name: str          # 任务名称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duration: float    # 耗时 (小时)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task_type: str     # 类型 → 基础精力需求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deadline: datetime # 精确截止时间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priority: float    # 优先级权重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▎任务类型 → 基础精力需求映射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review   → 0.4    (复习/阅读)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coding   → 0.7    (编程)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writing  → 0.8    (写作/报告)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meeting  → 0.5    (会议/讨论)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admin    → 0.3    (行政/杂事)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learning → 0.9    (学习新知识)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疲劳因子: energy = base × (1 − 0.05 × min(d, 4))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▎精力曲线 EnergyCurve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6 种可选模型（默认双正弦）: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• default:  上午 10 点峰 → 14 点次峰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• lark:     早晨型 (峰 @ 8:00)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• owl:      夜晚型 (峰 @ 20:00)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• bimodal:  经典双峰 (9 点 + 14 点)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• gaussian: 单峰高斯 (峰 @ 10:00)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• flat:     平稳对照 (全天 ≈ 0.55)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▎约束建模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C1: 8:00 ≤ start &lt; end ≤ 20:00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C2: [12:00,14:00] 不可用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C3: 20 门课程 (周一至周五各 4 门)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C4: 任务 tᵢ 与 tⱼ 不可重叠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C5: 每日任务数 ≤ 2 (软约束，平方惩罚)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C6: 任务不可晚于 deadline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3. 时段直接分配架构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Slot-based Direct Assignment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▎核心思想：绕过解码器，直接进化时槽索引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▎传统排列式架构的问题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排列 GA: 染色体 = 任务序列 → best_fit 解码器 → 全局扫描最优槽位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best_fit 解码器本身就是一个优化器！它对每个任务扫描所有合法槽位，选最佳匹配。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后果：随机排列 + best_fit ≈ GA 排列 + best_fit → 算法区分度被解码器压平。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▎新架构 (Slot-based)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Step 1: 预处理 —— 对每个任务预计算 valid_slots[i] = [(day, hour), ...]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        • 遍历所有规划天 (7 天 × 24 个半小时槽 = 168 个候选)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        • 过滤：不超出工作时间、不与午餐/课程重叠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        • 每个任务独立，同一套规则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Step 2: 染色体 = list[int]，chromosome[i] ∈ [0, len(valid_slots[i]))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Step 3: 冲突不修复，仅通过适应度惩罚 (重叠×10, 撞课×15)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Step 4: 适应度函数直接评估整个排程，无需 decoder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▎公平性保证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所有算法 (EDF/HERF/WSPT/RS/GA) 共用同一个 valid_slots 池、同一套 fitness 函数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每个算法独立为每个任务选择时槽索引，不存在顺序依赖 → 纯并行、纯独立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4. 基准数据集设计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Benchmark Dataset Design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任务数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截止时间范围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紧迫比例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6 ~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3~7天, 18~23时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0.5~1.5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验证可行性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10 ~ 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1~7天, 12~23.5时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0.5~2.0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论文/课设常用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heavy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15 ~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0~5天, 10~22时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0.8~2.5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考验逾期与过载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47472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▎生成策略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每种场景 100 个实例 → 共 300 个 JSON 实例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种子范围: light=5000~5099, medium=5200~5299, heavy=5400~5499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每个实例: 随机任务数、随机类型、随机时长 (0.5~3.0h)、随机截止时间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所有实例共用同一精力曲线 (default 双正弦) 与同一课程表 (20 门)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▎设计原则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1. 可复现: 固定种子生成，任意机器复刻相同结果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2. 层次化: light → medium → heavy 任务压力递增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3. 现实性: 课程表来自 2026 春季学期真实课表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4. 统计可靠: 每场景 100 实例 × 3 runs = 300 数据点 → 配对小样本 t 检验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▎示例任务 (来自 main.py Demo)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OS-lab:      2.0h, coding,   优先级 1.0, DL: 第 3 天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Multimedia:  1.0h, coding,   优先级 0.3, DL: 第 7 天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批改网作文:  0.7h, writing,  优先级 0.7, DL: 第 7 天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计算机数学:  0.5h, learning, 优先级 0.3, DL: 第 8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5. 对比算法总览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Algorithm Comparison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算法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全称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编码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随机性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复杂度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Slot-based Genetic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进化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时槽索引向量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随机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O(POP×GEN×N)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 Random (one-shot)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基线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时槽索引向量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随机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Earliest Deadline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启发式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独立选槽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确定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O(N×M)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HERF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Highest Energy Req First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启发式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独立选槽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确定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O(N×M)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WSPT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Weighted Shortest Proc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启发式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独立选槽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确定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▎统一框架 (保证公平对比)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1. 所有算法共用同一 valid_slots 池（预计算，15 min 步长）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2. 所有算法共用同一 fitness 函数（惩罚权重、冲突系数一致）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3. 所有算法独立为每个任务选槽，无顺序依赖，无解码器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4. 每个算法每实例跑 3 次（不同 seed），随机算法取均值 ± 标准差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▎SLOT-GA (主算法)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直接进化时槽索引向量。种群搜索 + 精英保留 + 局部搜索 → 最接近全局最优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▎SLOT-RS (对照基线)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每个任务随机抽一个有效槽位，不作任何优化。真实随机下限。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▎EDF / HERF / WSPT (启发式基线)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每个任务根据贪心规则独立选择槽位。不与其他任务协调。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6. SlotGA 设计详解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Encoding, Selection, Crossover &amp; Mutation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▎编码方案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chromosome: list[int]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chromosome[i] ∈ [0, len(valid_slots[i]))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无需解码 → 染色体即排程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搜索空间: Π |valid_slots[i]|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▎初始化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1 个启发式个体 (任务均匀分布)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POP_SIZE−1 个随机个体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▎选择 (锦标赛 k=3)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随机取 3 个个体 → 取最优 → 重复 pop 次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配合精英保留 (elitism =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1887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▎交叉 (Uniform Crossover, Pc=0.8)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对每个基因位 i: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if rand() &lt; 0.5: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  child1[i] = parent1[i]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  child2[i] = parent2[i]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else: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  child1[i] = parent2[i]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  child2[i] = parent1[i]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▎变异 (Pm=0.2 per gene)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70%: 小扰动 ±3 个槽位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30%: 完全重分配 (随机新槽位)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▎局部搜索 (80 steps)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对最优解随机扰动 → 接受 iff 提升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▎终止条件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到达 GENERATIONS=100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7. 适应度函数与复合评价指标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Fitness Function &amp; Composite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▎Fitness = 奖励项 − 惩罚项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奖励项: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energy_score = Σ compute_energy_match(reqᵢ, slot_eᵢ, 'gaussian')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energy_reward = energy_score × 2.5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spread_bonus = 使用的天数 × 2.0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惩罚项: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deadline_penalty = Σ (延迟小时 × 8.0 × priority)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overload_penalty = Σ (超出 dailymax 的任务数)² × 3.0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overtime_penalty = Σ (超出规划窗小时 × 5.0)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conflict_penalty: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  task-task overlap  = Σ overlap_hours × 10.0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    task-busy  overlap  = Σ overlap_hours × 15.0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注意: deadline_penalty 系数最大 (8.0×priority)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→ 逾期是 GA 学习的最强信号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▎复合评价指标 Composite (0~1)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Composite = 0.45 × energy_match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      + 0.45 × on_time_rate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      + 0.05 × (1 − min(load_std/2, 1))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      + 0.05 × (1 − min(makespan/200, 1))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说明: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• energy_match 与 on_time_rate 各占 45% — 核心双目标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• load_std (每日负载均衡) 占 5%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• makespan (总跨度) 占 5%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• 与 fitness 的区别: composite 不包含冲突惩罚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→ 可能出现 composite 高但实际冲突严重的情况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▎Gaussian 匹配函数 (ENERGY_MATCH_MODE='gaussian')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match = exp(−(req−slot)² / 2σ²), σ=0.22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• |req−slot|=0.0 → match=1.00 (完美匹配)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• |req−slot|=0.1 → match≈0.90 (偏差 0.1 仍可接受)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• |req−slot|=0.3 → match≈0.39 (偏差 0.3 严重惩罚)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• |req−slot|=0.5 → match≈0.08 (几乎不考虑)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→ 比线性 L1 对近距匹配的奖励更高，远处衰减更快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8. 基线启发式：EDF / HERF / WSPT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Baseline Heuristics: Independent Per-Task Slot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▎EDF (Earliest Deadline First)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策略: 每个任务独立选择 最接近 截止时间的槽位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实现: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for each task: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for each valid_slot: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  if end ≤ deadline: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    score = end_time  # 越晚越好 (紧贴 deadline)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  else: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    score = −delay × 100  # 逾期重罚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pick argmax(score)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预期: on_time_rate 最高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风险: 忽视精力匹配 → energy_match 可能偏低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▎HERF (Highest Energy Req First)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策略: 每个任务独立选择 精力匹配度最大 的槽位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实现: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for each task: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for each valid_slot: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  match = 1 − |req − slot_energy|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  pick argmax(match)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预期: energy_match 最高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风险: 完全忽视截止时间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→ 高精力任务优先占据好槽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→ 紧急任务错过 deadline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▎WSPT (Weighted Shortest Proc Time)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策略: 按 WSPT 分数 (priority/duration)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将任务均匀分布到槽位范围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实现: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scores = priority / duration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frac = normalize(scores) ∈ [0,1]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slot = (1 − frac) × (N_slots − 1)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预期: 短作业占先 → makespan 短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风险: 不协调 → 大量冲突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  → 长任务挤到最后 → 严重逾期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▎关键: 三者皆为纯独立选择，无顺序依赖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每个任务分别独立地对有效槽位打分后取最优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→ 算法质量 = 打分规则的质量</a:t>
            </a:r>
          </a:p>
          <a:p>
            <a:pPr>
              <a:spcAft>
                <a:spcPts val="600"/>
              </a:spcAft>
              <a:defRPr sz="1150">
                <a:solidFill>
                  <a:srgbClr val="1A1A1A"/>
                </a:solidFill>
              </a:defRPr>
            </a:pPr>
            <a:r>
              <a:t>  → vs GA: 全局搜索 vs 贪心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9. RS 基线: 纯随机一次性分配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Random Baseline: One-Shot Pure Random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▎SLOT-RS 设计理念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每个任务独立随机选一个 valid_slots[i] 中的索引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每个实验 run 仅抽一次 (不是 960 次随机搜索择优！)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这就是真实随机下限 —— 不优化，不搜索，不迭代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▎为什么不是 equal-budget 随机搜索?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之前版本: RS 抽样 960 个随机解 → 保留最优 → energy_match ≈ 0.79 (与 GA 无显著差异)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问题: 960 次随机抽样中总能碰上一个 energy_match 好的解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修正: 每次 run 只抽 1 次 → energy_match ≈ 0.63 (gaussian 模式) → 体现真正差距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与 SLOT-GA 对比: GA 用 50×100=5000 次评估找到 fitness=−1132，RS 用 1 次评估 fitness=−17348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▎SLOT-RS 的预期表现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fitness:    极差 (−17348) → 大量任务重叠、逾期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on_time:    ≈ 9% → 没有 deadline 意识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energy_match: 中等 (0.63) → 随机选槽，偶尔碰对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composite:  0.34 → 综合最差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▎对比各算法: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GA 比 RS 多评估 5000 倍 → 搜索的价值</a:t>
            </a:r>
          </a:p>
          <a:p>
            <a:pPr>
              <a:spcAft>
                <a:spcPts val="600"/>
              </a:spcAft>
              <a:defRPr sz="1350">
                <a:solidFill>
                  <a:srgbClr val="1A1A1A"/>
                </a:solidFill>
              </a:defRPr>
            </a:pPr>
            <a:r>
              <a:t>  • 启发式比 RS 多 domain knowledge → 知识的价值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10. 实验设置与参数配置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Experiment Setup &amp; Parameter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53035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175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fast 模式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full 模式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POP_SIZE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种群大小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GENERATIONS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进化代数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MUT_RATE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每基因变异率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CROSS_RATE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交叉率 (均匀交叉)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TOURNAMENT_K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锦标赛选择规模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LOCAL_SEARCH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局部搜索步数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PLANNING_DAYS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规划天数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SLOT_STEP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时槽扫描步长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DAILY_MAX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每日建议最大任务数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7200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▎实验环境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硬件: Windows 11, 8 核 CPU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语言: Python 3.10, numpy, matplotlib, scipy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并行: 8-worker 进程池 (multiprocessing.Pool)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每个数据点: (算法, 数据集实例, run种子) 三元组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▎评估协议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300 实例 × 5 算法 × 3 runs = 4500 次独立评估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随机算法: 3 个不同种子 (0, 1, 2)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确定算法: 3 次结果相同 (用于 t 检验对齐)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fast 模式验证: 5 heavy 实例 × 5 算法 × 3 runs = 75 次 (约 4s)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▎统计方法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配对 t 检验 (按 dataset, run 对齐)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显著性: *** p&lt;0.001, ** p&lt;0.01, * p&lt;0.05, ns=不显著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11. 实验结果——综合对比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Results — Overall Comparison (5 heavy instances)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算法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Fitness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Energy Match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On-time Rate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Load Std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Makespan(h)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−946.5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0.802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4.627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103.7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0.623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−1132.1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0.612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0.684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5.095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99.2 ▲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0.569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HERF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−10345.9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0.845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1.658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117.5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−17347.9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0.630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0.090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2.191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125.0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0.342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WSPT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−19383.9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0.638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3.528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152.5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▲ = 该指标最优 (composite 越大越好, load_std 和 makespan 越小越好)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▎关键发现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1. EDF 综合最优 (composite 0.623), 准时率 80.2% → deadline 意识是成功关键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2. HERF 精力匹配度最高 (0.845), 但准时率仅 28.8% → 单一指标优化的代价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3. SLOT-GA 居中: 适应度 −1132, 准时率 68.4%, 总跨度最小 99.2h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4. WSPT 全面最差: 准时率 6.2% → WSPT 分数分布不适配独立分配模式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5. SLOT-RS 下限验证: 随机一次 fitness −17348, 准时率 9.0%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▎Ranking (按 composite): EDF &gt; SLOT-GA &gt; HERF &gt; SLOT-RS &gt; WSPT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▎Ranking (按 fitness):   EDF &gt; SLOT-GA &gt; HERF &gt; SLOT-RS &gt; WSPT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12. 实验结果——分项指标可视化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Results — Metric Breakdown</a:t>
            </a:r>
          </a:p>
        </p:txBody>
      </p:sp>
      <p:pic>
        <p:nvPicPr>
          <p:cNvPr id="3" name="Picture 2" descr="dashboard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624532"/>
          </a:xfrm>
          <a:prstGeom prst="rect">
            <a:avLst/>
          </a:prstGeom>
        </p:spPr>
      </p:pic>
      <p:pic>
        <p:nvPicPr>
          <p:cNvPr id="4" name="Picture 3" descr="metrics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9075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548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左: 四面板仪表板 — 上排: Composite + Fitness; 下排: Energy&amp;On-time + Load&amp;Span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右: 分项指标排序条形图 — 按算法分组，指标值从高到低排列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注: SLOT-GA 为青色主算法 (粗边框高亮), 其他算法为对照基线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13. 统计分析——配对 t 检验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Statistical Analysis — Paired t-test (SLOT-GA vs others)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对比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Fitness p-value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Energy Match p-value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On-time Rate p-value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SLOT-GA vs EDF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p&lt;0.001 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p&lt;0.001 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p&lt;0.001 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SLOT-GA vs HERF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p&lt;0.001 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p&lt;0.001 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p&lt;0.001 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SLOT-GA vs WSPT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p&lt;0.001 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p=0.029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p&lt;0.001 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SLOT-GA vs SLOT-RS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p&lt;0.001 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p=0.074 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p&lt;0.001 ***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108960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▎结论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Fitness: 所有对比均极显著 (p&lt;0.001) → GA 的搜索确实有效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On-time Rate: 所有对比均极显著 → GA 显著优于 RS 和贪心启发式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Energy Match: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  - GA vs EDF/HERF: 显著 → HERF 的 pure energy 策略碾压 GA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  - GA vs RS: 不显著 (p=0.074) → GA 不专门优化 energy_match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  - GA vs WSPT: 弱显著 (p=0.029) → WSPT 偶尔蒙对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▎解读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GA 优化的是综合 fitness (含冲突惩罚)，而非单纯的 energy_match。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→ GA 在 energy_match 上不敌 HERF (0.612 vs 0.845), 但在准时率上碾压 HERF (0.684 vs 0.288)。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→ 这反映 GA 在做多目标权衡 (trade-off)，而非单一指标贪心。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14. 算法优劣分析 (1): 为何 EDF 综合最佳?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Analysis: Why EDF Dominates Overall?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▎EDF 的综合优势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composite 0.623 (最高) | fitness −946 (最高) | on_time 80.2% (最高)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▎原因 1: Deadline 惩罚是 fitness 中最强信号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deadline_penalty = delay_hours × 8.0 × priority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系数 8.0 远超 energy_match 的 2.5 和 overload 的 3.0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结果: 谁控制准期率，谁就控制 fitness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EDF 的启发式直接针对 deadline → 完美契合最大惩罚项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▎原因 2: EDF 的贪心规则在独立分配下依然有效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EDF 让每个任务「尽可能晚但不超期」→ 自动形成自然的时间排序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先到期的任务自然选早槽，晚到期的自然选晚槽 → 隐式冲突避免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这是 EDF 在经典调度中表现优异的根本原因 —— 在此实验中再次验证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▎原因 3: EDF 不需要全局搜索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当单一目标 (准期率) 压倒其他目标时，针对该目标的贪心算法已经足够好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GA 虽然在搜索，但 deadline_penalty 占比过高 → GA 本质上也主要在学 EDF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GA vs EDF 的差异来自于 GA 在 deadline 和其他目标间的权衡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▎EDF 的劣势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energy_match 仅 0.635 → 可能将高脑力任务放在低精力时段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load_std 偏高 (4.627) → 负载不均衡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15. 算法优劣分析 (2): HERF 的 Trade-off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Analysis: HERF's Energy vs Deadline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▎HERF: 极端专精型算法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energy_match 0.845 (最高) | on_time 28.8% (倒数第二) | composite 0.520 (第三)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▎原因: 单指标贪心的代价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HERF 对每个任务独立选择 |req − slot_energy| 最小的槽位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高精力任务 (learning 0.9, writing 0.8) 抢占精力峰 (10:00, 16:00 附近槽位)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低精力任务 (admin 0.3, review 0.4) 被挤到精力谷 (午休后, 傍晚)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→ 完全不考虑 deadline → 紧急任务可能被挤到后面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▎对比: HERF vs GA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HERF 纯看 energy_match → 0.845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GA 看综合 fitness → energy_match 仅 0.612 (比 HERF 低 23%)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但 GA 的 on_time 是 68.4% (比 HERF 高 40 个百分点)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→ GA 的 trade-off 是理性的: 牺牲 0.23 energy 换取 0.40 准期率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▎启示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单一指标优化的危险: 在最优化 A 的同时可能严重损害 B。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多目标优化的价值: GA 虽然没有在任一单一指标上夺冠，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但在所有指标上均接近最优，综合适应性最强。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16. 算法优劣分析 (3): SLOT-GA vs SLOT-RS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Analysis: The Value of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▎搜索的价值: GA vs RS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评估次数: GA 5000 (50×100) → RS 1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Fitness:  GA −1132 → RS −17348 (差距 16216, 即 RS 的惩罚是 GA 的 15 倍)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On-time:  GA 68.4% → RS 9.0% (GA 高出 59 个百分点)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Composite: GA 0.569 → RS 0.342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▎RS 为什么差?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1. 随机分配不考虑 deadline → 大批逾期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2. 随机分配不考虑冲突 → 多个任务重叠在同一时间段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3. 随机分配不考虑精力匹配 → 高脑力任务可能落在精力谷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▎GA 为什么好 (相对 RS)?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1. 种群搜索: 50 个候选解并行探索 → 覆盖面远大于单次随机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2. 选择压力: 锦标赛 K=3 → 好解逐渐积累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3. 交叉: 从两个父代中组合好基因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4. 变异: 局部微调 → 爬山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5. 精英保留: 最优解不退化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6. 局部搜索: 最终 fine-tune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▎Energy Match 的意外发现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GA (0.612) vs RS (0.630): 差异不显著 (p=0.074)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原因: RS 虽然随机，但能量曲线覆盖 0.1~1.0，随机选槽也有 ~60% 概率落在匹配带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→ energy_match 指标本身区分度不够 (被 Gaussian 压缩后更甚)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→ 未来可在 composite 中加入冲突惩罚项来提升区分度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17. 算法优劣分析 (4): 五算法对比总结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Analysis: Summary of All Five Algorithms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算法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劣势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最佳场景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准时率最高 (80.2%), composite+fitness 双料第一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energy_match 偏低 (0.635), 负载不均衡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deadline 密集场景 (考试周)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makespan 最优 (99.2h), 综合均衡, 多目标优化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energy_match 一般 (0.612), 计算开销大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平衡场景 (正常学期中)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HERF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energy_match 碾压 (0.845), load_std 最低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on_time 极差 (28.8%), 忽视 deadline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质量优先场景 (科研/创作)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SLOT-RS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简单快速, 无需调参, 真实下限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全部指标极差, 无实用价值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基线对照 (实验科学)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WSPT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短任务优先可缩短部分 makespan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on_time 最差 (6.2%), makespan 最长 (152.5h)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不推荐用于此问题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1155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▎为什么 WSPT 最差?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WSPT 分数 (priority/duration) 将任务散布到槽位范围，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但: ① 范围两端都是极差的选择 (太早→冲突; 太晚→逾期);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② 缺乏 deadline 意识; ③ 缺乏精力匹配意识; ④ 不同任务之间不协调。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→ WSPT 作为经典车间调度启发式，在不考虑资源约束的独立分配模式下失效。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▎总体排名: EDF &gt; SLOT-GA &gt; HERF ≫ SLOT-RS ≈ WSPT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EDF 凭借 deadline 优先在惩罚权重大的场景中胜出。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SLOT-GA 作为通用优化器，在各指标上均衡，适合权重可调节的场景。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18. 讨论: Gaussian vs Linear L1 匹配函数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Discussion: Impact of Match Function Choice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84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方面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Linear L1 (之前默认)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Gaussian (当前默认)</a:t>
                      </a:r>
                    </a:p>
                  </a:txBody>
                  <a:tcPr>
                    <a:solidFill>
                      <a:srgbClr val="2D2D2D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公式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1 − |req − slot|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exp(−(req−slot)² / 2σ²), σ=0.22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偏差 0.0 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偏差 0.1 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偏差 0.3 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0.39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偏差 0.5 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线性衰减, 区分度低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钟形衰减, 近距奖励极高, 远距惩罚极重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整体 energy_match 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~0.79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~0.63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算法间区分度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低 (RS 0.79 vs HERF 0.90)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中等 (RS 0.63 vs HERF 0.85)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2336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▎Gaussian 的优势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对近距匹配的奖励更高 → 驱动 GA 更精确地匹配任务与精力峰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对远距匹配的惩罚更重 → 完全错误的匹配不被容忍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整体分值压缩 → 算法间相对差距更明显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▎仍存在的问题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RS 与 GA 的 energy_match 差距仍不显著 (p=0.074) → 即使 Gaussian 也不够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根源: composite 指标不包含冲突惩罚 → random assignment 的冲突在 composite 中不可见</a:t>
            </a:r>
          </a:p>
          <a:p>
            <a:pPr>
              <a:spcAft>
                <a:spcPts val="600"/>
              </a:spcAft>
              <a:defRPr sz="1300">
                <a:solidFill>
                  <a:srgbClr val="1A1A1A"/>
                </a:solidFill>
              </a:defRPr>
            </a:pPr>
            <a:r>
              <a:t>  • 建议: 未来版本在 composite 中加入 conflict_rate → RS 的 composite 将进一步下降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19. 总结与未来工作</a:t>
            </a:r>
          </a:p>
          <a:p>
            <a:pPr algn="l">
              <a:defRPr sz="1400">
                <a:solidFill>
                  <a:srgbClr val="CCCCCC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▎已完成工作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1. 建立了时间-精力双维度调度问题的形式化模型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2. 提出了 Slot-based 直接分配架构，消除了解码器偏置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3. 设计了独立公平的对比框架 (同一 valid_slots 池 + 同一 fitness 函数)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4. 实现了 5 种算法在 300 实例上的系统对比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5. 验证了 EDF 在该问题上的意外优势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6. 验证了 SLOT-GA 作为通用优化器的可行性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7. 分析了 Gaussian vs Linear 匹配函数的影响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▎核心发现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• Deadline 惩罚是最强学习信号 → EDF 贪心胜出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• 单一指标优化危险 → HERF 的教训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• 搜索有价值 → GA vs RS fitness 差距 15 倍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• 独立分配 + 冲突惩罚 = 可行的架构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▎未来工作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(1) 冲突感知的 Composite 指标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当前 composite 不包含冲突信息 → RS 的 composite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虚高。应加入 conflict_rate = 冲突任务数 / N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使 composite 与 fitness 更一致。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(2) 自适应权重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不同场景 (考试周 vs 学期初) 的 deadline_penalty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与 energy_match 权重应不同 → 参数自适应。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(3) 更多进化算法对比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NSGA-II (多目标 Pareto)、PSO、差分进化 (DE)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→ 完整计算智能课程要求的算法谱系。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(4) 更大规模实验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full 模式 300 实例全量运行、realistic 场景验证。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(5) 用户界面</a:t>
            </a:r>
          </a:p>
          <a:p>
            <a:pPr>
              <a:spcAft>
                <a:spcPts val="600"/>
              </a:spcAft>
              <a:defRPr sz="1200">
                <a:solidFill>
                  <a:srgbClr val="1A1A1A"/>
                </a:solidFill>
              </a:defRPr>
            </a:pPr>
            <a:r>
              <a:t>  将 SlotGA 封装为可交互的 Web/CLI 工具。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</a:defRPr>
            </a:pPr>
            <a:r>
              <a:t>21/20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谢谢！欢迎提问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</a:defRPr>
            </a:pPr>
            <a:r>
              <a:t>Thank You · Questions Welcome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286000" cy="36576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</a:defRPr>
            </a:pPr>
            <a:r>
              <a:t>基于遗传算法的时间精力双维度调度优化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陈楚霖 · 计算智能课程报告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